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57F3-6B4A-22CC-BB9C-E2BAD9BA4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F0108-711D-2C94-35B1-875A30E07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6E06-8DE7-4018-B091-392CD5D77444}" type="datetimeFigureOut">
              <a:rPr lang="nl-NL" smtClean="0"/>
              <a:t>4-12-2025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66448-132F-0CD2-5FA1-71D672900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97069-8DF6-483A-7B89-D1A114CED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B86D-8DD1-4C45-A3E9-921B8AF565D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558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1AEE02-5912-F325-198E-03A82F84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FF019-331D-6703-87F5-26FD41A89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6EBBB-B285-6BB9-BCF6-28884CC73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66E06-8DE7-4018-B091-392CD5D77444}" type="datetimeFigureOut">
              <a:rPr lang="nl-NL" smtClean="0"/>
              <a:t>4-12-2025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6DADD-2058-9BC6-1EAE-62C4A363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224B9-3E2E-D334-CBD1-42B655CB4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7B86D-8DD1-4C45-A3E9-921B8AF565D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689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16DE736-45E2-BFAA-0B59-1039F3D1B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624B36-92EC-35CE-9D91-6624A7CF5B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C63D93-22A1-C77B-BDE8-EBEFB1F3D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047" y="2303807"/>
            <a:ext cx="5561905" cy="2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81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Verwijlen, W.J. (Wouter)</dc:creator>
  <cp:lastModifiedBy>Setup</cp:lastModifiedBy>
  <cp:revision>3</cp:revision>
  <dcterms:created xsi:type="dcterms:W3CDTF">2024-09-13T07:29:59Z</dcterms:created>
  <dcterms:modified xsi:type="dcterms:W3CDTF">2025-12-04T10:50:58Z</dcterms:modified>
</cp:coreProperties>
</file>